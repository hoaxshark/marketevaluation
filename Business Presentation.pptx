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37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64DAC3-EA40-4371-98C6-B5FFAA610E0F}" type="datetimeFigureOut">
              <a:rPr lang="en-GB" smtClean="0"/>
              <a:t>07/03/2019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C64CF5-464F-42A0-9AB6-D0A46FD3EB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713339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64DAC3-EA40-4371-98C6-B5FFAA610E0F}" type="datetimeFigureOut">
              <a:rPr lang="en-GB" smtClean="0"/>
              <a:t>07/03/2019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C64CF5-464F-42A0-9AB6-D0A46FD3EB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04775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64DAC3-EA40-4371-98C6-B5FFAA610E0F}" type="datetimeFigureOut">
              <a:rPr lang="en-GB" smtClean="0"/>
              <a:t>07/03/2019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C64CF5-464F-42A0-9AB6-D0A46FD3EB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05330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64DAC3-EA40-4371-98C6-B5FFAA610E0F}" type="datetimeFigureOut">
              <a:rPr lang="en-GB" smtClean="0"/>
              <a:t>07/03/2019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C64CF5-464F-42A0-9AB6-D0A46FD3EB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1794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64DAC3-EA40-4371-98C6-B5FFAA610E0F}" type="datetimeFigureOut">
              <a:rPr lang="en-GB" smtClean="0"/>
              <a:t>07/03/2019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C64CF5-464F-42A0-9AB6-D0A46FD3EB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494770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64DAC3-EA40-4371-98C6-B5FFAA610E0F}" type="datetimeFigureOut">
              <a:rPr lang="en-GB" smtClean="0"/>
              <a:t>07/03/2019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C64CF5-464F-42A0-9AB6-D0A46FD3EB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33097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64DAC3-EA40-4371-98C6-B5FFAA610E0F}" type="datetimeFigureOut">
              <a:rPr lang="en-GB" smtClean="0"/>
              <a:t>07/03/2019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C64CF5-464F-42A0-9AB6-D0A46FD3EB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725233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64DAC3-EA40-4371-98C6-B5FFAA610E0F}" type="datetimeFigureOut">
              <a:rPr lang="en-GB" smtClean="0"/>
              <a:t>07/03/2019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C64CF5-464F-42A0-9AB6-D0A46FD3EB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618001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64DAC3-EA40-4371-98C6-B5FFAA610E0F}" type="datetimeFigureOut">
              <a:rPr lang="en-GB" smtClean="0"/>
              <a:t>07/03/2019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C64CF5-464F-42A0-9AB6-D0A46FD3EB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80599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64DAC3-EA40-4371-98C6-B5FFAA610E0F}" type="datetimeFigureOut">
              <a:rPr lang="en-GB" smtClean="0"/>
              <a:t>07/03/2019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C64CF5-464F-42A0-9AB6-D0A46FD3EB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659629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64DAC3-EA40-4371-98C6-B5FFAA610E0F}" type="datetimeFigureOut">
              <a:rPr lang="en-GB" smtClean="0"/>
              <a:t>07/03/2019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C64CF5-464F-42A0-9AB6-D0A46FD3EB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50865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664DAC3-EA40-4371-98C6-B5FFAA610E0F}" type="datetimeFigureOut">
              <a:rPr lang="en-GB" smtClean="0"/>
              <a:t>07/03/2019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CC64CF5-464F-42A0-9AB6-D0A46FD3EB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612355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smtClean="0"/>
              <a:t>INKD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 smtClean="0"/>
              <a:t>Business Prop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040310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Self Publishing Prop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000" dirty="0" smtClean="0"/>
              <a:t>Continue to work remotely</a:t>
            </a:r>
          </a:p>
          <a:p>
            <a:r>
              <a:rPr lang="en-GB" sz="3000" dirty="0" smtClean="0"/>
              <a:t>6 Months to finish development </a:t>
            </a:r>
          </a:p>
          <a:p>
            <a:r>
              <a:rPr lang="en-GB" sz="3000" dirty="0" smtClean="0"/>
              <a:t>Estimate 10k sales via itch.io</a:t>
            </a:r>
          </a:p>
          <a:p>
            <a:r>
              <a:rPr lang="en-GB" sz="3000" dirty="0" smtClean="0"/>
              <a:t>Min net from sale £5</a:t>
            </a:r>
            <a:endParaRPr lang="en-GB" sz="3000" dirty="0"/>
          </a:p>
        </p:txBody>
      </p:sp>
    </p:spTree>
    <p:extLst>
      <p:ext uri="{BB962C8B-B14F-4D97-AF65-F5344CB8AC3E}">
        <p14:creationId xmlns:p14="http://schemas.microsoft.com/office/powerpoint/2010/main" val="3426102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Publisher Prop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000" dirty="0" smtClean="0"/>
              <a:t>150k investment</a:t>
            </a:r>
          </a:p>
          <a:p>
            <a:r>
              <a:rPr lang="en-GB" sz="3000" dirty="0" smtClean="0"/>
              <a:t>30-50k estimated sales</a:t>
            </a:r>
          </a:p>
          <a:p>
            <a:r>
              <a:rPr lang="en-GB" sz="3000" dirty="0" smtClean="0"/>
              <a:t>50/50 Rev split after investment recoup</a:t>
            </a:r>
          </a:p>
          <a:p>
            <a:r>
              <a:rPr lang="en-GB" sz="3000" dirty="0" smtClean="0"/>
              <a:t>Sales via steam </a:t>
            </a:r>
          </a:p>
          <a:p>
            <a:r>
              <a:rPr lang="en-GB" sz="3000" dirty="0" smtClean="0"/>
              <a:t>Possible console port at 40k sales</a:t>
            </a:r>
          </a:p>
          <a:p>
            <a:r>
              <a:rPr lang="en-GB" sz="3000" dirty="0" smtClean="0"/>
              <a:t>First refusal for future projects with IP</a:t>
            </a:r>
          </a:p>
          <a:p>
            <a:endParaRPr lang="en-GB" sz="3000" dirty="0" smtClean="0"/>
          </a:p>
        </p:txBody>
      </p:sp>
    </p:spTree>
    <p:extLst>
      <p:ext uri="{BB962C8B-B14F-4D97-AF65-F5344CB8AC3E}">
        <p14:creationId xmlns:p14="http://schemas.microsoft.com/office/powerpoint/2010/main" val="4848695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Self Publishing Finances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000" dirty="0" smtClean="0"/>
              <a:t>Estimating 10k sales via itch.io</a:t>
            </a:r>
          </a:p>
          <a:p>
            <a:r>
              <a:rPr lang="en-GB" sz="3000" dirty="0" smtClean="0"/>
              <a:t>£5 net brings in £50k</a:t>
            </a:r>
          </a:p>
          <a:p>
            <a:r>
              <a:rPr lang="en-GB" sz="3000" dirty="0" smtClean="0"/>
              <a:t>£7150 each</a:t>
            </a:r>
          </a:p>
          <a:p>
            <a:endParaRPr lang="en-GB" sz="3000" dirty="0"/>
          </a:p>
          <a:p>
            <a:r>
              <a:rPr lang="en-GB" sz="3000" dirty="0" smtClean="0"/>
              <a:t>£15 net brings in £150k</a:t>
            </a:r>
            <a:endParaRPr lang="en-GB" sz="3000" dirty="0"/>
          </a:p>
          <a:p>
            <a:r>
              <a:rPr lang="en-GB" sz="3000" dirty="0" smtClean="0"/>
              <a:t>£20300 each</a:t>
            </a:r>
          </a:p>
          <a:p>
            <a:endParaRPr lang="en-GB" sz="3000" dirty="0"/>
          </a:p>
          <a:p>
            <a:r>
              <a:rPr lang="en-GB" sz="3000" dirty="0" smtClean="0"/>
              <a:t>Nothing in company coffers</a:t>
            </a:r>
          </a:p>
        </p:txBody>
      </p:sp>
    </p:spTree>
    <p:extLst>
      <p:ext uri="{BB962C8B-B14F-4D97-AF65-F5344CB8AC3E}">
        <p14:creationId xmlns:p14="http://schemas.microsoft.com/office/powerpoint/2010/main" val="24926949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Publisher Finances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>
            <a:noAutofit/>
          </a:bodyPr>
          <a:lstStyle/>
          <a:p>
            <a:r>
              <a:rPr lang="en-GB" sz="3000" dirty="0" smtClean="0"/>
              <a:t>Estimated 30k-50k sales</a:t>
            </a:r>
          </a:p>
          <a:p>
            <a:r>
              <a:rPr lang="en-GB" sz="3000" dirty="0" smtClean="0"/>
              <a:t>Everyone gets paid</a:t>
            </a:r>
          </a:p>
          <a:p>
            <a:r>
              <a:rPr lang="en-GB" sz="3000" dirty="0" smtClean="0"/>
              <a:t>Low risk for the company</a:t>
            </a:r>
            <a:endParaRPr lang="en-GB" sz="3000" dirty="0" smtClean="0"/>
          </a:p>
          <a:p>
            <a:r>
              <a:rPr lang="en-GB" sz="3000" dirty="0" smtClean="0"/>
              <a:t>Min end sales - £60k</a:t>
            </a:r>
          </a:p>
          <a:p>
            <a:r>
              <a:rPr lang="en-GB" sz="3000" dirty="0" smtClean="0"/>
              <a:t>Max end sales - £155k</a:t>
            </a:r>
          </a:p>
          <a:p>
            <a:r>
              <a:rPr lang="en-GB" sz="3000" dirty="0" smtClean="0"/>
              <a:t>Console ports generate - £55k</a:t>
            </a:r>
          </a:p>
          <a:p>
            <a:r>
              <a:rPr lang="en-GB" sz="3000" dirty="0" smtClean="0"/>
              <a:t>These are company profits even after pay</a:t>
            </a:r>
          </a:p>
          <a:p>
            <a:r>
              <a:rPr lang="en-GB" sz="3000" dirty="0" smtClean="0"/>
              <a:t>Able to fund new project</a:t>
            </a:r>
          </a:p>
          <a:p>
            <a:r>
              <a:rPr lang="en-GB" sz="3000" dirty="0" smtClean="0"/>
              <a:t>Outsource to keep on staff</a:t>
            </a:r>
          </a:p>
        </p:txBody>
      </p:sp>
    </p:spTree>
    <p:extLst>
      <p:ext uri="{BB962C8B-B14F-4D97-AF65-F5344CB8AC3E}">
        <p14:creationId xmlns:p14="http://schemas.microsoft.com/office/powerpoint/2010/main" val="23188011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The Choice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sz="3000" dirty="0" smtClean="0"/>
              <a:t>Lower Risk</a:t>
            </a:r>
          </a:p>
          <a:p>
            <a:r>
              <a:rPr lang="en-GB" sz="3000" dirty="0" smtClean="0"/>
              <a:t>People get paid</a:t>
            </a:r>
          </a:p>
          <a:p>
            <a:r>
              <a:rPr lang="en-GB" sz="3000" dirty="0" smtClean="0"/>
              <a:t>Good chance at higher profit</a:t>
            </a:r>
          </a:p>
          <a:p>
            <a:r>
              <a:rPr lang="en-GB" sz="3000" dirty="0" smtClean="0"/>
              <a:t>Wider market reach</a:t>
            </a:r>
          </a:p>
          <a:p>
            <a:r>
              <a:rPr lang="en-GB" sz="3000" dirty="0" smtClean="0"/>
              <a:t>Easier for the company to continue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131746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57</TotalTime>
  <Words>156</Words>
  <Application>Microsoft Office PowerPoint</Application>
  <PresentationFormat>Widescreen</PresentationFormat>
  <Paragraphs>39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Office Theme</vt:lpstr>
      <vt:lpstr>INKD</vt:lpstr>
      <vt:lpstr>Self Publishing Prop</vt:lpstr>
      <vt:lpstr>Publisher Prop</vt:lpstr>
      <vt:lpstr>Self Publishing Finances</vt:lpstr>
      <vt:lpstr>Publisher Finances</vt:lpstr>
      <vt:lpstr>The Choice</vt:lpstr>
    </vt:vector>
  </TitlesOfParts>
  <Company>FXPlus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INKD</dc:title>
  <dc:creator>RYAN CLARKE</dc:creator>
  <cp:lastModifiedBy>RYAN CLARKE</cp:lastModifiedBy>
  <cp:revision>4</cp:revision>
  <dcterms:created xsi:type="dcterms:W3CDTF">2019-03-07T14:42:41Z</dcterms:created>
  <dcterms:modified xsi:type="dcterms:W3CDTF">2019-03-07T15:39:55Z</dcterms:modified>
</cp:coreProperties>
</file>