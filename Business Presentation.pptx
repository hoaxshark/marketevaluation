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72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4DAC3-EA40-4371-98C6-B5FFAA610E0F}" type="datetimeFigureOut">
              <a:rPr lang="en-GB" smtClean="0"/>
              <a:t>08/03/2019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64CF5-464F-42A0-9AB6-D0A46FD3EB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1333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4DAC3-EA40-4371-98C6-B5FFAA610E0F}" type="datetimeFigureOut">
              <a:rPr lang="en-GB" smtClean="0"/>
              <a:t>08/03/2019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64CF5-464F-42A0-9AB6-D0A46FD3EB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0477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4DAC3-EA40-4371-98C6-B5FFAA610E0F}" type="datetimeFigureOut">
              <a:rPr lang="en-GB" smtClean="0"/>
              <a:t>08/03/2019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64CF5-464F-42A0-9AB6-D0A46FD3EB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05330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4DAC3-EA40-4371-98C6-B5FFAA610E0F}" type="datetimeFigureOut">
              <a:rPr lang="en-GB" smtClean="0"/>
              <a:t>08/03/2019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64CF5-464F-42A0-9AB6-D0A46FD3EB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794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4DAC3-EA40-4371-98C6-B5FFAA610E0F}" type="datetimeFigureOut">
              <a:rPr lang="en-GB" smtClean="0"/>
              <a:t>08/03/2019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64CF5-464F-42A0-9AB6-D0A46FD3EB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9477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4DAC3-EA40-4371-98C6-B5FFAA610E0F}" type="datetimeFigureOut">
              <a:rPr lang="en-GB" smtClean="0"/>
              <a:t>08/03/2019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64CF5-464F-42A0-9AB6-D0A46FD3EB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33097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4DAC3-EA40-4371-98C6-B5FFAA610E0F}" type="datetimeFigureOut">
              <a:rPr lang="en-GB" smtClean="0"/>
              <a:t>08/03/2019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64CF5-464F-42A0-9AB6-D0A46FD3EB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25233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4DAC3-EA40-4371-98C6-B5FFAA610E0F}" type="datetimeFigureOut">
              <a:rPr lang="en-GB" smtClean="0"/>
              <a:t>08/03/2019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64CF5-464F-42A0-9AB6-D0A46FD3EB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18001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4DAC3-EA40-4371-98C6-B5FFAA610E0F}" type="datetimeFigureOut">
              <a:rPr lang="en-GB" smtClean="0"/>
              <a:t>08/03/2019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64CF5-464F-42A0-9AB6-D0A46FD3EB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80599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4DAC3-EA40-4371-98C6-B5FFAA610E0F}" type="datetimeFigureOut">
              <a:rPr lang="en-GB" smtClean="0"/>
              <a:t>08/03/2019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64CF5-464F-42A0-9AB6-D0A46FD3EB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5962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4DAC3-EA40-4371-98C6-B5FFAA610E0F}" type="datetimeFigureOut">
              <a:rPr lang="en-GB" smtClean="0"/>
              <a:t>08/03/2019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64CF5-464F-42A0-9AB6-D0A46FD3EB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50865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64DAC3-EA40-4371-98C6-B5FFAA610E0F}" type="datetimeFigureOut">
              <a:rPr lang="en-GB" smtClean="0"/>
              <a:t>08/03/2019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C64CF5-464F-42A0-9AB6-D0A46FD3EB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1235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98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sz="9600" dirty="0" smtClean="0">
                <a:latin typeface="Impact" panose="020B0806030902050204" pitchFamily="34" charset="0"/>
              </a:rPr>
              <a:t>INKD</a:t>
            </a:r>
            <a:endParaRPr lang="en-GB" sz="9600" dirty="0">
              <a:latin typeface="Impact" panose="020B080603090205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smtClean="0"/>
              <a:t>Business </a:t>
            </a:r>
            <a:r>
              <a:rPr lang="en-GB" dirty="0" smtClean="0"/>
              <a:t>Proposals</a:t>
            </a:r>
            <a:endParaRPr lang="en-GB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437392">
            <a:off x="438543" y="4455250"/>
            <a:ext cx="2219012" cy="221901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437392">
            <a:off x="10172950" y="144966"/>
            <a:ext cx="1584704" cy="1584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031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98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>
                <a:latin typeface="Impact" panose="020B0806030902050204" pitchFamily="34" charset="0"/>
              </a:rPr>
              <a:t>Self Publishing </a:t>
            </a:r>
            <a:r>
              <a:rPr lang="en-GB" dirty="0" smtClean="0">
                <a:latin typeface="Impact" panose="020B0806030902050204" pitchFamily="34" charset="0"/>
              </a:rPr>
              <a:t>Proposition</a:t>
            </a:r>
            <a:endParaRPr lang="en-GB" dirty="0">
              <a:latin typeface="Impact" panose="020B080603090205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3000" dirty="0" smtClean="0"/>
              <a:t>Continue to work remotely</a:t>
            </a:r>
          </a:p>
          <a:p>
            <a:r>
              <a:rPr lang="en-GB" sz="3000" dirty="0" smtClean="0"/>
              <a:t>6 Months to finish development </a:t>
            </a:r>
          </a:p>
          <a:p>
            <a:r>
              <a:rPr lang="en-GB" sz="3000" dirty="0" smtClean="0"/>
              <a:t>Estimate 10k sales via itch.io</a:t>
            </a:r>
          </a:p>
          <a:p>
            <a:r>
              <a:rPr lang="en-GB" sz="3000" dirty="0" smtClean="0"/>
              <a:t>Min net from sale £5</a:t>
            </a:r>
            <a:endParaRPr lang="en-GB" sz="30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290" t="30182" r="32033" b="39515"/>
          <a:stretch/>
        </p:blipFill>
        <p:spPr>
          <a:xfrm>
            <a:off x="9711407" y="5126842"/>
            <a:ext cx="2721379" cy="1731158"/>
          </a:xfrm>
          <a:prstGeom prst="rect">
            <a:avLst/>
          </a:prstGeom>
          <a:scene3d>
            <a:camera prst="orthographicFront">
              <a:rot lat="0" lon="10799978" rev="0"/>
            </a:camera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342610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98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>
                <a:latin typeface="Impact" panose="020B0806030902050204" pitchFamily="34" charset="0"/>
              </a:rPr>
              <a:t>Publisher </a:t>
            </a:r>
            <a:r>
              <a:rPr lang="en-GB" dirty="0" smtClean="0">
                <a:latin typeface="Impact" panose="020B0806030902050204" pitchFamily="34" charset="0"/>
              </a:rPr>
              <a:t>Proposition</a:t>
            </a:r>
            <a:endParaRPr lang="en-GB" dirty="0">
              <a:latin typeface="Impact" panose="020B080603090205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3000" dirty="0" smtClean="0"/>
              <a:t>150k investment</a:t>
            </a:r>
          </a:p>
          <a:p>
            <a:r>
              <a:rPr lang="en-GB" sz="3000" dirty="0" smtClean="0"/>
              <a:t>30-50k estimated sales</a:t>
            </a:r>
          </a:p>
          <a:p>
            <a:r>
              <a:rPr lang="en-GB" sz="3000" dirty="0" smtClean="0"/>
              <a:t>50/50 Rev split after investment recoup</a:t>
            </a:r>
          </a:p>
          <a:p>
            <a:r>
              <a:rPr lang="en-GB" sz="3000" dirty="0" smtClean="0"/>
              <a:t>Sales via steam </a:t>
            </a:r>
          </a:p>
          <a:p>
            <a:r>
              <a:rPr lang="en-GB" sz="3000" dirty="0" smtClean="0"/>
              <a:t>Possible console port at 40k sales</a:t>
            </a:r>
          </a:p>
          <a:p>
            <a:r>
              <a:rPr lang="en-GB" sz="3000" dirty="0" smtClean="0"/>
              <a:t>First refusal for future projects with IP</a:t>
            </a:r>
          </a:p>
          <a:p>
            <a:endParaRPr lang="en-GB" sz="3000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290" t="30182" r="32033" b="39515"/>
          <a:stretch/>
        </p:blipFill>
        <p:spPr>
          <a:xfrm>
            <a:off x="9711407" y="5126842"/>
            <a:ext cx="2721379" cy="1731158"/>
          </a:xfrm>
          <a:prstGeom prst="rect">
            <a:avLst/>
          </a:prstGeom>
          <a:scene3d>
            <a:camera prst="orthographicFront">
              <a:rot lat="0" lon="10799978" rev="0"/>
            </a:camera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484869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98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>
                <a:latin typeface="Impact" panose="020B0806030902050204" pitchFamily="34" charset="0"/>
              </a:rPr>
              <a:t>Self Publishing Finances</a:t>
            </a:r>
            <a:endParaRPr lang="en-GB" dirty="0">
              <a:latin typeface="Impact" panose="020B080603090205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3000" dirty="0" smtClean="0"/>
              <a:t>Estimating 10k sales via itch.io</a:t>
            </a:r>
          </a:p>
          <a:p>
            <a:r>
              <a:rPr lang="en-GB" sz="3000" dirty="0" smtClean="0"/>
              <a:t>£5 net brings in £50k</a:t>
            </a:r>
          </a:p>
          <a:p>
            <a:r>
              <a:rPr lang="en-GB" sz="3000" dirty="0" smtClean="0"/>
              <a:t>£7150 each</a:t>
            </a:r>
          </a:p>
          <a:p>
            <a:endParaRPr lang="en-GB" sz="3000" dirty="0"/>
          </a:p>
          <a:p>
            <a:r>
              <a:rPr lang="en-GB" sz="3000" dirty="0" smtClean="0"/>
              <a:t>£15 net brings in £150k</a:t>
            </a:r>
            <a:endParaRPr lang="en-GB" sz="3000" dirty="0"/>
          </a:p>
          <a:p>
            <a:r>
              <a:rPr lang="en-GB" sz="3000" dirty="0" smtClean="0"/>
              <a:t>£20300 each</a:t>
            </a:r>
          </a:p>
          <a:p>
            <a:endParaRPr lang="en-GB" sz="3000" dirty="0"/>
          </a:p>
          <a:p>
            <a:r>
              <a:rPr lang="en-GB" sz="3000" dirty="0" smtClean="0"/>
              <a:t>Nothing in company coffers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290" t="30182" r="32033" b="39515"/>
          <a:stretch/>
        </p:blipFill>
        <p:spPr>
          <a:xfrm>
            <a:off x="9711407" y="5126842"/>
            <a:ext cx="2721379" cy="1731158"/>
          </a:xfrm>
          <a:prstGeom prst="rect">
            <a:avLst/>
          </a:prstGeom>
          <a:scene3d>
            <a:camera prst="orthographicFront">
              <a:rot lat="0" lon="10799978" rev="0"/>
            </a:camera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2492694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98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>
                <a:latin typeface="Impact" panose="020B0806030902050204" pitchFamily="34" charset="0"/>
              </a:rPr>
              <a:t>Publisher Finances</a:t>
            </a:r>
            <a:endParaRPr lang="en-GB" dirty="0">
              <a:latin typeface="Impact" panose="020B080603090205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Autofit/>
          </a:bodyPr>
          <a:lstStyle/>
          <a:p>
            <a:r>
              <a:rPr lang="en-GB" sz="3000" dirty="0" smtClean="0"/>
              <a:t>Estimated 30k-50k sales</a:t>
            </a:r>
          </a:p>
          <a:p>
            <a:r>
              <a:rPr lang="en-GB" sz="3000" dirty="0" smtClean="0"/>
              <a:t>Everyone gets paid</a:t>
            </a:r>
          </a:p>
          <a:p>
            <a:r>
              <a:rPr lang="en-GB" sz="3000" dirty="0" smtClean="0"/>
              <a:t>Low risk for the company</a:t>
            </a:r>
          </a:p>
          <a:p>
            <a:r>
              <a:rPr lang="en-GB" sz="3000" dirty="0" smtClean="0"/>
              <a:t>Min end sales - £60k</a:t>
            </a:r>
          </a:p>
          <a:p>
            <a:r>
              <a:rPr lang="en-GB" sz="3000" dirty="0" smtClean="0"/>
              <a:t>Max end sales - £155k</a:t>
            </a:r>
          </a:p>
          <a:p>
            <a:r>
              <a:rPr lang="en-GB" sz="3000" dirty="0" smtClean="0"/>
              <a:t>Console ports generate - £55k</a:t>
            </a:r>
          </a:p>
          <a:p>
            <a:r>
              <a:rPr lang="en-GB" sz="3000" dirty="0" smtClean="0"/>
              <a:t>These are company profits even after pay</a:t>
            </a:r>
          </a:p>
          <a:p>
            <a:r>
              <a:rPr lang="en-GB" sz="3000" dirty="0" smtClean="0"/>
              <a:t>Able to fund new project</a:t>
            </a:r>
          </a:p>
          <a:p>
            <a:r>
              <a:rPr lang="en-GB" sz="3000" dirty="0" smtClean="0"/>
              <a:t>Outsource to keep on staff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290" t="30182" r="32033" b="39515"/>
          <a:stretch/>
        </p:blipFill>
        <p:spPr>
          <a:xfrm>
            <a:off x="9711407" y="5126842"/>
            <a:ext cx="2721379" cy="1731158"/>
          </a:xfrm>
          <a:prstGeom prst="rect">
            <a:avLst/>
          </a:prstGeom>
          <a:scene3d>
            <a:camera prst="orthographicFront">
              <a:rot lat="0" lon="10799978" rev="0"/>
            </a:camera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2318801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98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>
                <a:latin typeface="Impact" panose="020B0806030902050204" pitchFamily="34" charset="0"/>
              </a:rPr>
              <a:t>The Choice</a:t>
            </a:r>
            <a:endParaRPr lang="en-GB" dirty="0">
              <a:latin typeface="Impact" panose="020B080603090205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3000" dirty="0" smtClean="0"/>
              <a:t>Lower Risk</a:t>
            </a:r>
          </a:p>
          <a:p>
            <a:r>
              <a:rPr lang="en-GB" sz="3000" dirty="0" smtClean="0"/>
              <a:t>People get paid</a:t>
            </a:r>
          </a:p>
          <a:p>
            <a:r>
              <a:rPr lang="en-GB" sz="3000" dirty="0" smtClean="0"/>
              <a:t>Good chance at higher profit</a:t>
            </a:r>
          </a:p>
          <a:p>
            <a:r>
              <a:rPr lang="en-GB" sz="3000" dirty="0" smtClean="0"/>
              <a:t>Wider market reach</a:t>
            </a:r>
          </a:p>
          <a:p>
            <a:r>
              <a:rPr lang="en-GB" sz="3000" dirty="0" smtClean="0"/>
              <a:t>Easier for the company to continue</a:t>
            </a:r>
          </a:p>
          <a:p>
            <a:endParaRPr lang="en-GB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290" t="30182" r="32033" b="39515"/>
          <a:stretch/>
        </p:blipFill>
        <p:spPr>
          <a:xfrm>
            <a:off x="9711407" y="5126842"/>
            <a:ext cx="2721379" cy="1731158"/>
          </a:xfrm>
          <a:prstGeom prst="rect">
            <a:avLst/>
          </a:prstGeom>
          <a:scene3d>
            <a:camera prst="orthographicFront">
              <a:rot lat="0" lon="10799978" rev="0"/>
            </a:camera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1713174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156</Words>
  <Application>Microsoft Office PowerPoint</Application>
  <PresentationFormat>Widescreen</PresentationFormat>
  <Paragraphs>39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Impact</vt:lpstr>
      <vt:lpstr>Office Theme</vt:lpstr>
      <vt:lpstr>INKD</vt:lpstr>
      <vt:lpstr>Self Publishing Proposition</vt:lpstr>
      <vt:lpstr>Publisher Proposition</vt:lpstr>
      <vt:lpstr>Self Publishing Finances</vt:lpstr>
      <vt:lpstr>Publisher Finances</vt:lpstr>
      <vt:lpstr>The Choice</vt:lpstr>
    </vt:vector>
  </TitlesOfParts>
  <Company>FXPlus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INKD</dc:title>
  <dc:creator>RYAN CLARKE</dc:creator>
  <cp:lastModifiedBy>RYAN CLARKE</cp:lastModifiedBy>
  <cp:revision>6</cp:revision>
  <dcterms:created xsi:type="dcterms:W3CDTF">2019-03-07T14:42:41Z</dcterms:created>
  <dcterms:modified xsi:type="dcterms:W3CDTF">2019-03-08T10:36:07Z</dcterms:modified>
</cp:coreProperties>
</file>